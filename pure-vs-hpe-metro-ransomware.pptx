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Pure ActiveCluster overview (sync replication, RPO/RTO claims): https://www.purestorage.com/products/storage-software/purity/active-cluster.html
- Purity ActiveCluster datasheet (built-in, includes Pure1 Cloud Mediator / no third site): https://www.purestorage.com/content/dam/pdf/en/datasheets/ds-purity-activecluster.pdf
- Pure ActiveCluster docs (cloud mediator, active/active replication): https://support.purestorage.com/bundle/m_microsoft_platform_guide/page/Solutions/Microsoft_Platform_Guide/Hyper-V_Role/topics/concept/c_pure_storage_activecluster.html
- Pure SafeMode Snapshots (ransomware mitigation / retention lock): https://www.purestorage.com/solutions/cyber-resilience/ransomware/safemode.html
- HPE Quorum Witness requirement (one instance per PP pair): https://support.hpe.com/hpesc/public/docDisplay?docId=a00089072en_us&amp;docLocale=en_US&amp;page=GUID-D3C125DD-62B5-4FEE-93EB-22CC431CB297.html
- HPE ATF dependency (Quorum Witness + auto failover policy on Remote Copy group): https://support.hpe.com/hpesc/public/docDisplay?docId=sd00001316en_us&amp;docLocale=en_US&amp;page=GUID-5C74C6A1-2A68-4311-BBCA-67043B25704D.html
- HPE Virtual Lock behavior (locked snapshots cannot be modified/deleted; retention cannot be decreased): https://support.hpe.com/hpesc/public/docDisplay?docId=sd00005949en_us&amp;docLocale=en_US&amp;page=virtual_lock_sdl.html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vs HPE: Metro Active/Active + Ransomware Resilience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comparing the solution stack and where complexity shows up for architects and day-2 ops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5570068" cy="420624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32688"/>
            <a:ext cx="51128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HPE Peer Persistence (portfolio-dependent)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0148" y="841248"/>
            <a:ext cx="5570068" cy="420624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8748" y="932688"/>
            <a:ext cx="51128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ActiveCluster (single platform)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1316736"/>
            <a:ext cx="5570068" cy="237744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357884"/>
            <a:ext cx="53506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decision points: platform → features → licensing → runbooks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0148" y="1316736"/>
            <a:ext cx="5570068" cy="23774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9876" y="1357884"/>
            <a:ext cx="53506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OS + same features across all arrays → simpler design &amp; ops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1700784"/>
            <a:ext cx="55700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0148" y="1700784"/>
            <a:ext cx="55700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1911096"/>
            <a:ext cx="1783537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1911096"/>
            <a:ext cx="64008" cy="4754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" y="1984248"/>
            <a:ext cx="310896" cy="256032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2002536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002536"/>
            <a:ext cx="109773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3PAR / Primera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" y="2295144"/>
            <a:ext cx="1454353" cy="18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OS/feature set varies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model/release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04745" y="1911096"/>
            <a:ext cx="1783537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04745" y="1911096"/>
            <a:ext cx="64008" cy="4754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9337" y="1984248"/>
            <a:ext cx="310896" cy="256032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9337" y="2002536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53385" y="2002536"/>
            <a:ext cx="109773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Alletra 9000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69337" y="2295144"/>
            <a:ext cx="1454353" cy="18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lineage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constraints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98010" y="1911096"/>
            <a:ext cx="1783537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98010" y="1911096"/>
            <a:ext cx="64008" cy="4754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62602" y="1984248"/>
            <a:ext cx="310896" cy="256032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62602" y="2002536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46650" y="2002536"/>
            <a:ext cx="109773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Alletra MP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62602" y="2295144"/>
            <a:ext cx="1454353" cy="18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architecture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tooling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0148" y="1911096"/>
            <a:ext cx="557006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0148" y="1911096"/>
            <a:ext cx="64008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4740" y="1984248"/>
            <a:ext cx="310896" cy="25603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4740" y="2002536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58788" y="2002536"/>
            <a:ext cx="48842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FlashArray (any model) + Purity OS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74740" y="2295144"/>
            <a:ext cx="5240884" cy="18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OS, one feature set across the platform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choice does not change capabilities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11480" y="2532888"/>
            <a:ext cx="55700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HA (SYNC)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0148" y="2532888"/>
            <a:ext cx="55700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HA (SYNC)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11480" y="2743200"/>
            <a:ext cx="55700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2743200"/>
            <a:ext cx="64008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2816352"/>
            <a:ext cx="310896" cy="256032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" y="2834640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0120" y="2834640"/>
            <a:ext cx="48842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Copy Groups + Peer Persistence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76072" y="3127248"/>
            <a:ext cx="524088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Sync replication via Remote Copy groups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ATF requires Quorum Witness + policies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Behavior/ops vary with platform choices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10148" y="2743200"/>
            <a:ext cx="55700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0148" y="2743200"/>
            <a:ext cx="64008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74740" y="2816352"/>
            <a:ext cx="310896" cy="25603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74740" y="2834640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58788" y="2834640"/>
            <a:ext cx="48842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ActiveCluster + Pure1 Cloud Mediator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374740" y="3127248"/>
            <a:ext cx="524088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Synchronous active/active replication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Built-in; mediator acts as quorum witness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Consistent behavior across arrays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11480" y="3438144"/>
            <a:ext cx="557006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480" y="3438144"/>
            <a:ext cx="64008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6072" y="3511296"/>
            <a:ext cx="310896" cy="256032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6072" y="3529584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60120" y="3529584"/>
            <a:ext cx="48842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 Witness (customer-managed)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76072" y="3822192"/>
            <a:ext cx="5240884" cy="-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Required for ATF; one instance per PP pair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196514" y="3364992"/>
            <a:ext cx="0" cy="73152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411480" y="3858768"/>
            <a:ext cx="55700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RECOVERY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210148" y="3858768"/>
            <a:ext cx="55700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RECOVERY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11480" y="4069080"/>
            <a:ext cx="557006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11480" y="4069080"/>
            <a:ext cx="6400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76072" y="4142232"/>
            <a:ext cx="310896" cy="256032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6072" y="4160520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960120" y="4160520"/>
            <a:ext cx="48842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+ Virtual Lock (immutability)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76072" y="4453128"/>
            <a:ext cx="52408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Locked snapshots cannot be deleted/modified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Protection feature may be platform/license-dependent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Often paired with broader portfolio tools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210148" y="4069080"/>
            <a:ext cx="557006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10148" y="4069080"/>
            <a:ext cx="64008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74740" y="4142232"/>
            <a:ext cx="310896" cy="25603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74740" y="4160520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758788" y="4160520"/>
            <a:ext cx="48842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+ SafeMode (retention lock)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6374740" y="4453128"/>
            <a:ext cx="52408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Snapshot data is point-in-time read-only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SafeMode prevents deletion within retention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Fits directly alongside ActiveCluster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411480" y="4882896"/>
            <a:ext cx="55700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/ VAULT + COMMERCIAL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210148" y="4882896"/>
            <a:ext cx="55700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/ VAULT + COMMERCIAL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411480" y="5093208"/>
            <a:ext cx="273017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" y="5093208"/>
            <a:ext cx="64008" cy="621792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6072" y="5166360"/>
            <a:ext cx="310896" cy="25603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6072" y="5184648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960120" y="5184648"/>
            <a:ext cx="20443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/ Vault options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576072" y="5477256"/>
            <a:ext cx="240098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StoreOnce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Zerto vault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3rd-party stacks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3251378" y="5093208"/>
            <a:ext cx="273017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251378" y="5093208"/>
            <a:ext cx="64008" cy="621792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415970" y="5166360"/>
            <a:ext cx="310896" cy="256032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415970" y="5184648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3800018" y="5184648"/>
            <a:ext cx="20443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&amp; licensing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3415970" y="5477256"/>
            <a:ext cx="240098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SKUs/entitlements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Platform-specific runbooks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validation effort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6210148" y="5093208"/>
            <a:ext cx="273017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210148" y="5093208"/>
            <a:ext cx="64008" cy="621792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374740" y="5166360"/>
            <a:ext cx="310896" cy="256032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74740" y="5184648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6758788" y="5184648"/>
            <a:ext cx="20443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ActiveDR (async DR)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6374740" y="5477256"/>
            <a:ext cx="240098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Long-distance DR option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platform + workflows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9050045" y="5093208"/>
            <a:ext cx="273017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050045" y="5093208"/>
            <a:ext cx="64008" cy="621792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214637" y="5166360"/>
            <a:ext cx="310896" cy="256032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214637" y="5184648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9598685" y="5184648"/>
            <a:ext cx="20443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&amp; licensing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9214637" y="5477256"/>
            <a:ext cx="240098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Fewer SKUs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runbook across arrays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design friction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411480" y="6528816"/>
            <a:ext cx="11368735" cy="292608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94360" y="659282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554480" y="6592824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HPE = more platform-driven variability + more components to assemble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6995160" y="659282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= single platform stack (ActiveCluster + SafeMode) with consistent behavior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ChatGPT</cp:lastModifiedBy>
  <cp:revision>1</cp:revision>
  <dcterms:created xsi:type="dcterms:W3CDTF">2026-02-10T07:03:05Z</dcterms:created>
  <dcterms:modified xsi:type="dcterms:W3CDTF">2026-02-10T07:03:05Z</dcterms:modified>
</cp:coreProperties>
</file>